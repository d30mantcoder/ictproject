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704020202020204"/>
      <p:regular r:id="rId25"/>
    </p:embeddedFont>
    <p:embeddedFont>
      <p:font typeface="Arial" charset="1" panose="020B0604020202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font" Target="fonts/font25.fntdata"/><Relationship Id="rId26" Type="http://schemas.openxmlformats.org/officeDocument/2006/relationships/font" Target="fonts/font2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Original pixel-art decorative background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DAHZBMRjZZk</dc:identifier>
  <dcterms:modified xsi:type="dcterms:W3CDTF">2011-08-01T06:04:30Z</dcterms:modified>
  <cp:revision>1</cp:revision>
  <dc:title>ICT Assignment 4 — Editable text and tables</dc:title>
</cp:coreProperties>
</file>